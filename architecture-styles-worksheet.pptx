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1" baseline="0" cap="none" i="0" spc="0" strike="noStrike" sz="3000" u="none" kumimoji="0" normalizeH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1pPr>
    <a:lvl2pPr marL="0" marR="0" indent="2286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1" baseline="0" cap="none" i="0" spc="0" strike="noStrike" sz="3000" u="none" kumimoji="0" normalizeH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2pPr>
    <a:lvl3pPr marL="0" marR="0" indent="4572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1" baseline="0" cap="none" i="0" spc="0" strike="noStrike" sz="3000" u="none" kumimoji="0" normalizeH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3pPr>
    <a:lvl4pPr marL="0" marR="0" indent="6858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1" baseline="0" cap="none" i="0" spc="0" strike="noStrike" sz="3000" u="none" kumimoji="0" normalizeH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4pPr>
    <a:lvl5pPr marL="0" marR="0" indent="9144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1" baseline="0" cap="none" i="0" spc="0" strike="noStrike" sz="3000" u="none" kumimoji="0" normalizeH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5pPr>
    <a:lvl6pPr marL="0" marR="0" indent="11430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1" baseline="0" cap="none" i="0" spc="0" strike="noStrike" sz="3000" u="none" kumimoji="0" normalizeH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6pPr>
    <a:lvl7pPr marL="0" marR="0" indent="13716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1" baseline="0" cap="none" i="0" spc="0" strike="noStrike" sz="3000" u="none" kumimoji="0" normalizeH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7pPr>
    <a:lvl8pPr marL="0" marR="0" indent="16002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1" baseline="0" cap="none" i="0" spc="0" strike="noStrike" sz="3000" u="none" kumimoji="0" normalizeH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8pPr>
    <a:lvl9pPr marL="0" marR="0" indent="18288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1" baseline="0" cap="none" i="0" spc="0" strike="noStrike" sz="3000" u="none" kumimoji="0" normalizeH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>
              <a:lumOff val="-13575"/>
            </a:schemeClr>
          </a:solidFill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3797C6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>
              <a:hueOff val="114395"/>
              <a:lumOff val="-24975"/>
            </a:schemeClr>
          </a:solidFill>
        </a:fill>
      </a:tcStyle>
    </a:firstRow>
  </a:tblStyle>
  <a:tblStyle styleId="{C7B018BB-80A7-4F77-B60F-C8B233D01FF8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12700" cap="flat">
              <a:solidFill>
                <a:srgbClr val="B8B8B8"/>
              </a:solidFill>
              <a:prstDash val="solid"/>
              <a:miter lim="400000"/>
            </a:ln>
          </a:top>
          <a:bottom>
            <a:ln w="12700" cap="flat">
              <a:solidFill>
                <a:srgbClr val="B8B8B8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 b="def" i="def"/>
      <a:tcStyle>
        <a:tcBdr/>
        <a:fill>
          <a:solidFill>
            <a:srgbClr val="E1E0DA"/>
          </a:solidFill>
        </a:fill>
      </a:tcStyle>
    </a:band2H>
    <a:firstCo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chemeClr val="accent3">
              <a:hueOff val="362282"/>
              <a:satOff val="31803"/>
              <a:lumOff val="-18242"/>
            </a:schemeClr>
          </a:solidFill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254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lastRow>
    <a:fir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929292"/>
              </a:solidFill>
              <a:prstDash val="solid"/>
              <a:miter lim="400000"/>
            </a:ln>
          </a:left>
          <a:right>
            <a:ln w="12700" cap="flat">
              <a:solidFill>
                <a:srgbClr val="929292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929292"/>
              </a:solidFill>
              <a:prstDash val="solid"/>
              <a:miter lim="400000"/>
            </a:ln>
          </a:insideH>
          <a:insideV>
            <a:ln w="12700" cap="flat">
              <a:solidFill>
                <a:srgbClr val="929292"/>
              </a:solidFill>
              <a:prstDash val="solid"/>
              <a:miter lim="400000"/>
            </a:ln>
          </a:insideV>
        </a:tcBdr>
        <a:fill>
          <a:solidFill>
            <a:srgbClr val="017101"/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Helvetica Neue Light"/>
          <a:ea typeface="Helvetica Neue Light"/>
          <a:cs typeface="Helvetica Neue Light"/>
        </a:font>
        <a:srgbClr val="000000"/>
      </a:tcTxStyle>
      <a:tcStyle>
        <a:tcBdr>
          <a:lef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 b="def" i="def"/>
      <a:tcStyle>
        <a:tcBdr/>
        <a:fill>
          <a:solidFill>
            <a:srgbClr val="EDEADD"/>
          </a:solidFill>
        </a:fill>
      </a:tcStyle>
    </a:band2H>
    <a:firstCo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9BA00"/>
          </a:solidFill>
        </a:fill>
      </a:tcStyle>
    </a:firstCol>
    <a:la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lastRow>
    <a:fir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 b="def" i="def"/>
      <a:tcStyle>
        <a:tcBdr/>
        <a:fill>
          <a:solidFill>
            <a:srgbClr val="DADBDA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chemeClr val="accent6">
              <a:hueOff val="-146070"/>
              <a:satOff val="-10048"/>
              <a:lumOff val="-30626"/>
            </a:schemeClr>
          </a:solidFill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C24785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C24785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B5B5C1"/>
          </a:solidFill>
        </a:fill>
      </a:tcStyle>
    </a:wholeTbl>
    <a:band2H>
      <a:tcTxStyle b="def" i="def"/>
      <a:tcStyle>
        <a:tcBdr/>
        <a:fill>
          <a:solidFill>
            <a:srgbClr val="9A9AA5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53585F"/>
          </a:solidFill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98089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98089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Shape 124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25" name="Shape 125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1pPr>
    <a:lvl2pPr indent="228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2pPr>
    <a:lvl3pPr indent="457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3pPr>
    <a:lvl4pPr indent="685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4pPr>
    <a:lvl5pPr indent="9144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5pPr>
    <a:lvl6pPr indent="11430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6pPr>
    <a:lvl7pPr indent="1371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7pPr>
    <a:lvl8pPr indent="1600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8pPr>
    <a:lvl9pPr indent="1828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 &amp;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/>
          <p:nvPr>
            <p:ph type="title"/>
          </p:nvPr>
        </p:nvSpPr>
        <p:spPr>
          <a:xfrm>
            <a:off x="1778000" y="2298700"/>
            <a:ext cx="20828000" cy="4648200"/>
          </a:xfrm>
          <a:prstGeom prst="rect">
            <a:avLst/>
          </a:prstGeom>
        </p:spPr>
        <p:txBody>
          <a:bodyPr anchor="b"/>
          <a:lstStyle/>
          <a:p>
            <a:pPr/>
            <a:r>
              <a:t>Title Text</a:t>
            </a:r>
          </a:p>
        </p:txBody>
      </p:sp>
      <p:sp>
        <p:nvSpPr>
          <p:cNvPr id="12" name="Body Level One…"/>
          <p:cNvSpPr txBox="1"/>
          <p:nvPr>
            <p:ph type="body" sz="quarter" idx="1"/>
          </p:nvPr>
        </p:nvSpPr>
        <p:spPr>
          <a:xfrm>
            <a:off x="1778000" y="7073900"/>
            <a:ext cx="20828000" cy="1587500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5400"/>
            </a:lvl1pPr>
            <a:lvl2pPr marL="0" indent="0" algn="ctr">
              <a:spcBef>
                <a:spcPts val="0"/>
              </a:spcBef>
              <a:buSzTx/>
              <a:buNone/>
              <a:defRPr sz="5400"/>
            </a:lvl2pPr>
            <a:lvl3pPr marL="0" indent="0" algn="ctr">
              <a:spcBef>
                <a:spcPts val="0"/>
              </a:spcBef>
              <a:buSzTx/>
              <a:buNone/>
              <a:defRPr sz="5400"/>
            </a:lvl3pPr>
            <a:lvl4pPr marL="0" indent="0" algn="ctr">
              <a:spcBef>
                <a:spcPts val="0"/>
              </a:spcBef>
              <a:buSzTx/>
              <a:buNone/>
              <a:defRPr sz="5400"/>
            </a:lvl4pPr>
            <a:lvl5pPr marL="0" indent="0" algn="ctr">
              <a:spcBef>
                <a:spcPts val="0"/>
              </a:spcBef>
              <a:buSzTx/>
              <a:buNone/>
              <a:defRPr sz="5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 -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Image"/>
          <p:cNvSpPr/>
          <p:nvPr>
            <p:ph type="pic" idx="21"/>
          </p:nvPr>
        </p:nvSpPr>
        <p:spPr>
          <a:xfrm>
            <a:off x="3124200" y="-38100"/>
            <a:ext cx="18135600" cy="12096698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21" name="Title Text"/>
          <p:cNvSpPr txBox="1"/>
          <p:nvPr>
            <p:ph type="title"/>
          </p:nvPr>
        </p:nvSpPr>
        <p:spPr>
          <a:xfrm>
            <a:off x="635000" y="9512300"/>
            <a:ext cx="23114000" cy="2006600"/>
          </a:xfrm>
          <a:prstGeom prst="rect">
            <a:avLst/>
          </a:prstGeom>
        </p:spPr>
        <p:txBody>
          <a:bodyPr anchor="b"/>
          <a:lstStyle/>
          <a:p>
            <a:pPr/>
            <a:r>
              <a:t>Title Text</a:t>
            </a:r>
          </a:p>
        </p:txBody>
      </p:sp>
      <p:sp>
        <p:nvSpPr>
          <p:cNvPr id="22" name="Body Level One…"/>
          <p:cNvSpPr txBox="1"/>
          <p:nvPr>
            <p:ph type="body" sz="quarter" idx="1"/>
          </p:nvPr>
        </p:nvSpPr>
        <p:spPr>
          <a:xfrm>
            <a:off x="635000" y="11442700"/>
            <a:ext cx="23114000" cy="1587500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5400"/>
            </a:lvl1pPr>
            <a:lvl2pPr marL="0" indent="0" algn="ctr">
              <a:spcBef>
                <a:spcPts val="0"/>
              </a:spcBef>
              <a:buSzTx/>
              <a:buNone/>
              <a:defRPr sz="5400"/>
            </a:lvl2pPr>
            <a:lvl3pPr marL="0" indent="0" algn="ctr">
              <a:spcBef>
                <a:spcPts val="0"/>
              </a:spcBef>
              <a:buSzTx/>
              <a:buNone/>
              <a:defRPr sz="5400"/>
            </a:lvl3pPr>
            <a:lvl4pPr marL="0" indent="0" algn="ctr">
              <a:spcBef>
                <a:spcPts val="0"/>
              </a:spcBef>
              <a:buSzTx/>
              <a:buNone/>
              <a:defRPr sz="5400"/>
            </a:lvl4pPr>
            <a:lvl5pPr marL="0" indent="0" algn="ctr">
              <a:spcBef>
                <a:spcPts val="0"/>
              </a:spcBef>
              <a:buSzTx/>
              <a:buNone/>
              <a:defRPr sz="5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- Cen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Text"/>
          <p:cNvSpPr txBox="1"/>
          <p:nvPr>
            <p:ph type="title"/>
          </p:nvPr>
        </p:nvSpPr>
        <p:spPr>
          <a:xfrm>
            <a:off x="1778000" y="4533900"/>
            <a:ext cx="20828000" cy="4648200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3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 -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Image"/>
          <p:cNvSpPr/>
          <p:nvPr>
            <p:ph type="pic" idx="21"/>
          </p:nvPr>
        </p:nvSpPr>
        <p:spPr>
          <a:xfrm>
            <a:off x="7950200" y="1104900"/>
            <a:ext cx="17259302" cy="11506201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39" name="Title Text"/>
          <p:cNvSpPr txBox="1"/>
          <p:nvPr>
            <p:ph type="title"/>
          </p:nvPr>
        </p:nvSpPr>
        <p:spPr>
          <a:xfrm>
            <a:off x="1651000" y="952500"/>
            <a:ext cx="10223500" cy="5549900"/>
          </a:xfrm>
          <a:prstGeom prst="rect">
            <a:avLst/>
          </a:prstGeom>
        </p:spPr>
        <p:txBody>
          <a:bodyPr anchor="b"/>
          <a:lstStyle>
            <a:lvl1pPr>
              <a:defRPr sz="8400"/>
            </a:lvl1pPr>
          </a:lstStyle>
          <a:p>
            <a:pPr/>
            <a:r>
              <a:t>Title Text</a:t>
            </a:r>
          </a:p>
        </p:txBody>
      </p:sp>
      <p:sp>
        <p:nvSpPr>
          <p:cNvPr id="40" name="Body Level One…"/>
          <p:cNvSpPr txBox="1"/>
          <p:nvPr>
            <p:ph type="body" sz="quarter" idx="1"/>
          </p:nvPr>
        </p:nvSpPr>
        <p:spPr>
          <a:xfrm>
            <a:off x="1651000" y="6527800"/>
            <a:ext cx="10223500" cy="5727700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5400"/>
            </a:lvl1pPr>
            <a:lvl2pPr marL="0" indent="0" algn="ctr">
              <a:spcBef>
                <a:spcPts val="0"/>
              </a:spcBef>
              <a:buSzTx/>
              <a:buNone/>
              <a:defRPr sz="5400"/>
            </a:lvl2pPr>
            <a:lvl3pPr marL="0" indent="0" algn="ctr">
              <a:spcBef>
                <a:spcPts val="0"/>
              </a:spcBef>
              <a:buSzTx/>
              <a:buNone/>
              <a:defRPr sz="5400"/>
            </a:lvl3pPr>
            <a:lvl4pPr marL="0" indent="0" algn="ctr">
              <a:spcBef>
                <a:spcPts val="0"/>
              </a:spcBef>
              <a:buSzTx/>
              <a:buNone/>
              <a:defRPr sz="5400"/>
            </a:lvl4pPr>
            <a:lvl5pPr marL="0" indent="0" algn="ctr">
              <a:spcBef>
                <a:spcPts val="0"/>
              </a:spcBef>
              <a:buSzTx/>
              <a:buNone/>
              <a:defRPr sz="5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- T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49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57" name="Body Level One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Image"/>
          <p:cNvSpPr/>
          <p:nvPr>
            <p:ph type="pic" sz="half" idx="21"/>
          </p:nvPr>
        </p:nvSpPr>
        <p:spPr>
          <a:xfrm>
            <a:off x="10960100" y="3149600"/>
            <a:ext cx="13944600" cy="92964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66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67" name="Body Level One…"/>
          <p:cNvSpPr txBox="1"/>
          <p:nvPr>
            <p:ph type="body" sz="half" idx="1"/>
          </p:nvPr>
        </p:nvSpPr>
        <p:spPr>
          <a:xfrm>
            <a:off x="1689100" y="3149600"/>
            <a:ext cx="10223500" cy="9296400"/>
          </a:xfrm>
          <a:prstGeom prst="rect">
            <a:avLst/>
          </a:prstGeom>
        </p:spPr>
        <p:txBody>
          <a:bodyPr/>
          <a:lstStyle>
            <a:lvl1pPr marL="558800" indent="-558800">
              <a:spcBef>
                <a:spcPts val="4500"/>
              </a:spcBef>
              <a:defRPr sz="3800"/>
            </a:lvl1pPr>
            <a:lvl2pPr marL="1117600" indent="-558800">
              <a:spcBef>
                <a:spcPts val="4500"/>
              </a:spcBef>
              <a:defRPr sz="3800"/>
            </a:lvl2pPr>
            <a:lvl3pPr marL="1676400" indent="-558800">
              <a:spcBef>
                <a:spcPts val="4500"/>
              </a:spcBef>
              <a:defRPr sz="3800"/>
            </a:lvl3pPr>
            <a:lvl4pPr marL="2235200" indent="-558800">
              <a:spcBef>
                <a:spcPts val="4500"/>
              </a:spcBef>
              <a:defRPr sz="3800"/>
            </a:lvl4pPr>
            <a:lvl5pPr marL="2794000" indent="-558800">
              <a:spcBef>
                <a:spcPts val="4500"/>
              </a:spcBef>
              <a:defRPr sz="38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6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Body Level One…"/>
          <p:cNvSpPr txBox="1"/>
          <p:nvPr>
            <p:ph type="body" idx="1"/>
          </p:nvPr>
        </p:nvSpPr>
        <p:spPr>
          <a:xfrm>
            <a:off x="1689100" y="1778000"/>
            <a:ext cx="21005800" cy="10160000"/>
          </a:xfrm>
          <a:prstGeom prst="rect">
            <a:avLst/>
          </a:prstGeom>
        </p:spPr>
        <p:txBody>
          <a:bodyPr/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6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 - 3 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Image"/>
          <p:cNvSpPr/>
          <p:nvPr>
            <p:ph type="pic" sz="quarter" idx="21"/>
          </p:nvPr>
        </p:nvSpPr>
        <p:spPr>
          <a:xfrm>
            <a:off x="15681340" y="7035800"/>
            <a:ext cx="8396678" cy="56007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84" name="Image"/>
          <p:cNvSpPr/>
          <p:nvPr>
            <p:ph type="pic" sz="quarter" idx="22"/>
          </p:nvPr>
        </p:nvSpPr>
        <p:spPr>
          <a:xfrm>
            <a:off x="15290800" y="1130300"/>
            <a:ext cx="8331200" cy="5554134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85" name="Image"/>
          <p:cNvSpPr/>
          <p:nvPr>
            <p:ph type="pic" idx="23"/>
          </p:nvPr>
        </p:nvSpPr>
        <p:spPr>
          <a:xfrm>
            <a:off x="-304800" y="1130300"/>
            <a:ext cx="17202150" cy="114681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86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–Johnny Appleseed"/>
          <p:cNvSpPr txBox="1"/>
          <p:nvPr>
            <p:ph type="body" sz="quarter" idx="21"/>
          </p:nvPr>
        </p:nvSpPr>
        <p:spPr>
          <a:xfrm>
            <a:off x="2387600" y="8953500"/>
            <a:ext cx="19621500" cy="585521"/>
          </a:xfrm>
          <a:prstGeom prst="rect">
            <a:avLst/>
          </a:prstGeo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buSzTx/>
              <a:buNone/>
              <a:defRPr i="1" sz="3200"/>
            </a:lvl1pPr>
          </a:lstStyle>
          <a:p>
            <a:pPr/>
            <a:r>
              <a:t>–Johnny Appleseed</a:t>
            </a:r>
          </a:p>
        </p:txBody>
      </p:sp>
      <p:sp>
        <p:nvSpPr>
          <p:cNvPr id="94" name="“Type a quote here.”"/>
          <p:cNvSpPr txBox="1"/>
          <p:nvPr>
            <p:ph type="body" sz="quarter" idx="22"/>
          </p:nvPr>
        </p:nvSpPr>
        <p:spPr>
          <a:xfrm>
            <a:off x="2387600" y="6076950"/>
            <a:ext cx="19621500" cy="825500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SzTx/>
              <a:buNone/>
              <a:defRPr sz="4800">
                <a:latin typeface="+mn-lt"/>
                <a:ea typeface="+mn-ea"/>
                <a:cs typeface="+mn-cs"/>
                <a:sym typeface="Helvetica Neue Medium"/>
              </a:defRPr>
            </a:lvl1pPr>
          </a:lstStyle>
          <a:p>
            <a:pPr/>
            <a:r>
              <a:t>“Type a quote here.” </a:t>
            </a:r>
          </a:p>
        </p:txBody>
      </p:sp>
      <p:sp>
        <p:nvSpPr>
          <p:cNvPr id="9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Image"/>
          <p:cNvSpPr/>
          <p:nvPr>
            <p:ph type="pic" idx="21"/>
          </p:nvPr>
        </p:nvSpPr>
        <p:spPr>
          <a:xfrm>
            <a:off x="0" y="0"/>
            <a:ext cx="24384000" cy="16264467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10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- Cen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Title Text"/>
          <p:cNvSpPr txBox="1"/>
          <p:nvPr>
            <p:ph type="title"/>
          </p:nvPr>
        </p:nvSpPr>
        <p:spPr>
          <a:xfrm>
            <a:off x="3548062" y="5786437"/>
            <a:ext cx="17287876" cy="2143126"/>
          </a:xfrm>
          <a:prstGeom prst="rect">
            <a:avLst/>
          </a:prstGeom>
        </p:spPr>
        <p:txBody>
          <a:bodyPr lIns="71437" tIns="71437" rIns="71437" bIns="71437">
            <a:noAutofit/>
          </a:bodyPr>
          <a:lstStyle>
            <a:lvl1pPr defTabSz="821531">
              <a:defRPr sz="10000">
                <a:solidFill>
                  <a:srgbClr val="535353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1pPr>
          </a:lstStyle>
          <a:p>
            <a:pPr/>
            <a:r>
              <a:t>Title Text</a:t>
            </a:r>
          </a:p>
        </p:txBody>
      </p:sp>
      <p:sp>
        <p:nvSpPr>
          <p:cNvPr id="118" name="Slide Number"/>
          <p:cNvSpPr txBox="1"/>
          <p:nvPr>
            <p:ph type="sldNum" sz="quarter" idx="2"/>
          </p:nvPr>
        </p:nvSpPr>
        <p:spPr>
          <a:xfrm>
            <a:off x="11952882" y="13037343"/>
            <a:ext cx="460376" cy="498476"/>
          </a:xfrm>
          <a:prstGeom prst="rect">
            <a:avLst/>
          </a:prstGeom>
        </p:spPr>
        <p:txBody>
          <a:bodyPr lIns="71437" tIns="71437" rIns="71437" bIns="71437"/>
          <a:lstStyle>
            <a:lvl1pPr defTabSz="821531">
              <a:defRPr>
                <a:solidFill>
                  <a:srgbClr val="535353"/>
                </a:solidFill>
                <a:latin typeface="Gill Sans Light"/>
                <a:ea typeface="Gill Sans Light"/>
                <a:cs typeface="Gill Sans Light"/>
                <a:sym typeface="Gill Sans Light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/>
          <p:nvPr>
            <p:ph type="title"/>
          </p:nvPr>
        </p:nvSpPr>
        <p:spPr>
          <a:xfrm>
            <a:off x="1689100" y="355600"/>
            <a:ext cx="21005800" cy="2286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3" name="Body Level One…"/>
          <p:cNvSpPr txBox="1"/>
          <p:nvPr>
            <p:ph type="body" idx="1"/>
          </p:nvPr>
        </p:nvSpPr>
        <p:spPr>
          <a:xfrm>
            <a:off x="1689100" y="3149600"/>
            <a:ext cx="21005800" cy="9296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normAutofit fontScale="100000" lnSpcReduction="0"/>
          </a:bodyPr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11959031" y="13081000"/>
            <a:ext cx="453238" cy="461059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>
              <a:defRPr b="0" sz="240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</p:sldLayoutIdLst>
  <p:transition xmlns:p14="http://schemas.microsoft.com/office/powerpoint/2010/main" spd="med" advClick="1"/>
  <p:txStyles>
    <p:titleStyle>
      <a:lvl1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1200" u="none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1pPr>
      <a:lvl2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1200" u="none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2pPr>
      <a:lvl3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1200" u="none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3pPr>
      <a:lvl4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1200" u="none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4pPr>
      <a:lvl5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1200" u="none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5pPr>
      <a:lvl6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1200" u="none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6pPr>
      <a:lvl7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1200" u="none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7pPr>
      <a:lvl8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1200" u="none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8pPr>
      <a:lvl9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1200" u="none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9pPr>
    </p:titleStyle>
    <p:bodyStyle>
      <a:lvl1pPr marL="635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b="0" baseline="0" cap="none" i="0" spc="0" strike="noStrike" sz="5200" u="none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1pPr>
      <a:lvl2pPr marL="1270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b="0" baseline="0" cap="none" i="0" spc="0" strike="noStrike" sz="5200" u="none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2pPr>
      <a:lvl3pPr marL="1905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b="0" baseline="0" cap="none" i="0" spc="0" strike="noStrike" sz="5200" u="none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3pPr>
      <a:lvl4pPr marL="2540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b="0" baseline="0" cap="none" i="0" spc="0" strike="noStrike" sz="5200" u="none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4pPr>
      <a:lvl5pPr marL="3175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b="0" baseline="0" cap="none" i="0" spc="0" strike="noStrike" sz="5200" u="none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5pPr>
      <a:lvl6pPr marL="3810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b="0" baseline="0" cap="none" i="0" spc="0" strike="noStrike" sz="5200" u="none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6pPr>
      <a:lvl7pPr marL="4445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b="0" baseline="0" cap="none" i="0" spc="0" strike="noStrike" sz="5200" u="none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7pPr>
      <a:lvl8pPr marL="5080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b="0" baseline="0" cap="none" i="0" spc="0" strike="noStrike" sz="5200" u="none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8pPr>
      <a:lvl9pPr marL="5715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b="0" baseline="0" cap="none" i="0" spc="0" strike="noStrike" sz="5200" u="none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9pPr>
    </p:bodyStyle>
    <p:otherStyle>
      <a:lvl1pPr marL="0" marR="0" indent="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400" u="none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1pPr>
      <a:lvl2pPr marL="0" marR="0" indent="2286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400" u="none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2pPr>
      <a:lvl3pPr marL="0" marR="0" indent="4572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400" u="none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3pPr>
      <a:lvl4pPr marL="0" marR="0" indent="6858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400" u="none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4pPr>
      <a:lvl5pPr marL="0" marR="0" indent="9144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400" u="none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5pPr>
      <a:lvl6pPr marL="0" marR="0" indent="11430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400" u="none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6pPr>
      <a:lvl7pPr marL="0" marR="0" indent="13716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400" u="none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7pPr>
      <a:lvl8pPr marL="0" marR="0" indent="16002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400" u="none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8pPr>
      <a:lvl9pPr marL="0" marR="0" indent="18288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400" u="none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1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Rectangle"/>
          <p:cNvSpPr/>
          <p:nvPr/>
        </p:nvSpPr>
        <p:spPr>
          <a:xfrm>
            <a:off x="-16934" y="13104352"/>
            <a:ext cx="24434801" cy="647139"/>
          </a:xfrm>
          <a:prstGeom prst="rect">
            <a:avLst/>
          </a:prstGeom>
          <a:solidFill>
            <a:srgbClr val="14477A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b="0" sz="32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</a:p>
        </p:txBody>
      </p:sp>
      <p:sp>
        <p:nvSpPr>
          <p:cNvPr id="128" name="Rectangle"/>
          <p:cNvSpPr/>
          <p:nvPr/>
        </p:nvSpPr>
        <p:spPr>
          <a:xfrm>
            <a:off x="-25400" y="-49597"/>
            <a:ext cx="24434800" cy="1270001"/>
          </a:xfrm>
          <a:prstGeom prst="rect">
            <a:avLst/>
          </a:prstGeom>
          <a:solidFill>
            <a:srgbClr val="14477A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b="0" sz="32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</a:p>
        </p:txBody>
      </p:sp>
      <p:sp>
        <p:nvSpPr>
          <p:cNvPr id="129" name="V2.0 Created by Mark Richards, DeveloperToArchitect.com"/>
          <p:cNvSpPr txBox="1"/>
          <p:nvPr/>
        </p:nvSpPr>
        <p:spPr>
          <a:xfrm>
            <a:off x="18943573" y="13201805"/>
            <a:ext cx="5169727" cy="3534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71437" tIns="71437" rIns="71437" bIns="71437">
            <a:spAutoFit/>
          </a:bodyPr>
          <a:lstStyle>
            <a:lvl1pPr algn="l" defTabSz="821531">
              <a:defRPr b="0" sz="1500">
                <a:solidFill>
                  <a:srgbClr val="FFFFFF"/>
                </a:solidFill>
              </a:defRPr>
            </a:lvl1pPr>
          </a:lstStyle>
          <a:p>
            <a:pPr/>
            <a:r>
              <a:t>V2.0 Created by Mark Richards, DeveloperToArchitect.com</a:t>
            </a:r>
          </a:p>
        </p:txBody>
      </p:sp>
      <p:sp>
        <p:nvSpPr>
          <p:cNvPr id="130" name="Architecture Styles Worksheet"/>
          <p:cNvSpPr txBox="1"/>
          <p:nvPr/>
        </p:nvSpPr>
        <p:spPr>
          <a:xfrm>
            <a:off x="375624" y="197851"/>
            <a:ext cx="12595412" cy="7751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1437" tIns="71437" rIns="71437" bIns="71437">
            <a:spAutoFit/>
          </a:bodyPr>
          <a:lstStyle>
            <a:lvl1pPr marR="642937" algn="l" defTabSz="642937">
              <a:defRPr b="0" sz="42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lvl1pPr>
          </a:lstStyle>
          <a:p>
            <a:pPr/>
            <a:r>
              <a:t>Architecture Styles Worksheet</a:t>
            </a:r>
          </a:p>
        </p:txBody>
      </p:sp>
      <p:sp>
        <p:nvSpPr>
          <p:cNvPr id="131" name="System/Project:"/>
          <p:cNvSpPr txBox="1"/>
          <p:nvPr/>
        </p:nvSpPr>
        <p:spPr>
          <a:xfrm>
            <a:off x="583957" y="1493165"/>
            <a:ext cx="3477007" cy="6471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marR="642937" algn="l" defTabSz="642937">
              <a:defRPr b="0" sz="3600">
                <a:solidFill>
                  <a:srgbClr val="323333"/>
                </a:solidFill>
                <a:latin typeface="+mn-lt"/>
                <a:ea typeface="+mn-ea"/>
                <a:cs typeface="+mn-cs"/>
                <a:sym typeface="Helvetica Neue Medium"/>
              </a:defRPr>
            </a:lvl1pPr>
          </a:lstStyle>
          <a:p>
            <a:pPr/>
            <a:r>
              <a:t>System/Project:</a:t>
            </a:r>
          </a:p>
        </p:txBody>
      </p:sp>
      <p:sp>
        <p:nvSpPr>
          <p:cNvPr id="132" name="Line"/>
          <p:cNvSpPr/>
          <p:nvPr/>
        </p:nvSpPr>
        <p:spPr>
          <a:xfrm>
            <a:off x="4280070" y="2030977"/>
            <a:ext cx="19283195" cy="1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0" tIns="0" rIns="0" bIns="0" anchor="ctr"/>
          <a:lstStyle/>
          <a:p>
            <a:pPr>
              <a:defRPr b="0" sz="32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</a:p>
        </p:txBody>
      </p:sp>
      <p:sp>
        <p:nvSpPr>
          <p:cNvPr id="133" name="Date:"/>
          <p:cNvSpPr txBox="1"/>
          <p:nvPr/>
        </p:nvSpPr>
        <p:spPr>
          <a:xfrm>
            <a:off x="18280693" y="2208901"/>
            <a:ext cx="1232155" cy="6471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marR="642937" algn="l" defTabSz="642937">
              <a:defRPr b="0" sz="3600">
                <a:solidFill>
                  <a:srgbClr val="323333"/>
                </a:solidFill>
                <a:latin typeface="+mn-lt"/>
                <a:ea typeface="+mn-ea"/>
                <a:cs typeface="+mn-cs"/>
                <a:sym typeface="Helvetica Neue Medium"/>
              </a:defRPr>
            </a:lvl1pPr>
          </a:lstStyle>
          <a:p>
            <a:pPr/>
            <a:r>
              <a:t>Date:</a:t>
            </a:r>
          </a:p>
        </p:txBody>
      </p:sp>
      <p:sp>
        <p:nvSpPr>
          <p:cNvPr id="134" name="Line"/>
          <p:cNvSpPr/>
          <p:nvPr/>
        </p:nvSpPr>
        <p:spPr>
          <a:xfrm>
            <a:off x="19743630" y="2716960"/>
            <a:ext cx="3794619" cy="1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0" tIns="0" rIns="0" bIns="0" anchor="ctr"/>
          <a:lstStyle/>
          <a:p>
            <a:pPr>
              <a:defRPr b="0" sz="32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</a:p>
        </p:txBody>
      </p:sp>
      <p:sp>
        <p:nvSpPr>
          <p:cNvPr id="135" name="Architect/Team:"/>
          <p:cNvSpPr txBox="1"/>
          <p:nvPr/>
        </p:nvSpPr>
        <p:spPr>
          <a:xfrm>
            <a:off x="703894" y="2208901"/>
            <a:ext cx="3426257" cy="6471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marR="642937" algn="l" defTabSz="642937">
              <a:defRPr b="0" sz="3600">
                <a:solidFill>
                  <a:srgbClr val="323333"/>
                </a:solidFill>
                <a:latin typeface="+mn-lt"/>
                <a:ea typeface="+mn-ea"/>
                <a:cs typeface="+mn-cs"/>
                <a:sym typeface="Helvetica Neue Medium"/>
              </a:defRPr>
            </a:lvl1pPr>
          </a:lstStyle>
          <a:p>
            <a:pPr/>
            <a:r>
              <a:t>Architect/Team:</a:t>
            </a:r>
          </a:p>
        </p:txBody>
      </p:sp>
      <p:sp>
        <p:nvSpPr>
          <p:cNvPr id="136" name="Line"/>
          <p:cNvSpPr/>
          <p:nvPr/>
        </p:nvSpPr>
        <p:spPr>
          <a:xfrm>
            <a:off x="4255965" y="2728065"/>
            <a:ext cx="13682879" cy="1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0" tIns="0" rIns="0" bIns="0" anchor="ctr"/>
          <a:lstStyle/>
          <a:p>
            <a:pPr>
              <a:defRPr b="0" sz="32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</a:p>
        </p:txBody>
      </p:sp>
      <p:sp>
        <p:nvSpPr>
          <p:cNvPr id="137" name="Rectangle"/>
          <p:cNvSpPr/>
          <p:nvPr/>
        </p:nvSpPr>
        <p:spPr>
          <a:xfrm>
            <a:off x="6233830" y="3418803"/>
            <a:ext cx="472792" cy="478989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0" tIns="0" rIns="0" bIns="0" anchor="ctr"/>
          <a:lstStyle/>
          <a:p>
            <a:pPr>
              <a:defRPr b="0" sz="32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</a:p>
        </p:txBody>
      </p:sp>
      <p:sp>
        <p:nvSpPr>
          <p:cNvPr id="138" name="Rectangle"/>
          <p:cNvSpPr/>
          <p:nvPr/>
        </p:nvSpPr>
        <p:spPr>
          <a:xfrm>
            <a:off x="8545230" y="3418803"/>
            <a:ext cx="472792" cy="478989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0" tIns="0" rIns="0" bIns="0" anchor="ctr"/>
          <a:lstStyle/>
          <a:p>
            <a:pPr>
              <a:defRPr b="0" sz="32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</a:p>
        </p:txBody>
      </p:sp>
      <p:sp>
        <p:nvSpPr>
          <p:cNvPr id="139" name="Rectangle"/>
          <p:cNvSpPr/>
          <p:nvPr/>
        </p:nvSpPr>
        <p:spPr>
          <a:xfrm>
            <a:off x="10869330" y="3418803"/>
            <a:ext cx="472792" cy="478989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0" tIns="0" rIns="0" bIns="0" anchor="ctr"/>
          <a:lstStyle/>
          <a:p>
            <a:pPr>
              <a:defRPr b="0" sz="32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</a:p>
        </p:txBody>
      </p:sp>
      <p:sp>
        <p:nvSpPr>
          <p:cNvPr id="140" name="Rectangle"/>
          <p:cNvSpPr/>
          <p:nvPr/>
        </p:nvSpPr>
        <p:spPr>
          <a:xfrm>
            <a:off x="13022487" y="3418803"/>
            <a:ext cx="472792" cy="478989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0" tIns="0" rIns="0" bIns="0" anchor="ctr"/>
          <a:lstStyle/>
          <a:p>
            <a:pPr>
              <a:defRPr b="0" sz="32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</a:p>
        </p:txBody>
      </p:sp>
      <p:sp>
        <p:nvSpPr>
          <p:cNvPr id="141" name="Rectangle"/>
          <p:cNvSpPr/>
          <p:nvPr/>
        </p:nvSpPr>
        <p:spPr>
          <a:xfrm>
            <a:off x="15289944" y="3418803"/>
            <a:ext cx="472792" cy="478989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0" tIns="0" rIns="0" bIns="0" anchor="ctr"/>
          <a:lstStyle/>
          <a:p>
            <a:pPr>
              <a:defRPr b="0" sz="32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</a:p>
        </p:txBody>
      </p:sp>
      <p:sp>
        <p:nvSpPr>
          <p:cNvPr id="142" name="Rectangle"/>
          <p:cNvSpPr/>
          <p:nvPr/>
        </p:nvSpPr>
        <p:spPr>
          <a:xfrm>
            <a:off x="17557401" y="3418803"/>
            <a:ext cx="472792" cy="478989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0" tIns="0" rIns="0" bIns="0" anchor="ctr"/>
          <a:lstStyle/>
          <a:p>
            <a:pPr>
              <a:defRPr b="0" sz="32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</a:p>
        </p:txBody>
      </p:sp>
      <p:sp>
        <p:nvSpPr>
          <p:cNvPr id="143" name="Rectangle"/>
          <p:cNvSpPr/>
          <p:nvPr/>
        </p:nvSpPr>
        <p:spPr>
          <a:xfrm>
            <a:off x="20026030" y="3418803"/>
            <a:ext cx="472792" cy="478989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0" tIns="0" rIns="0" bIns="0" anchor="ctr"/>
          <a:lstStyle/>
          <a:p>
            <a:pPr>
              <a:defRPr b="0" sz="32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</a:p>
        </p:txBody>
      </p:sp>
      <p:sp>
        <p:nvSpPr>
          <p:cNvPr id="144" name="Rectangle"/>
          <p:cNvSpPr/>
          <p:nvPr/>
        </p:nvSpPr>
        <p:spPr>
          <a:xfrm>
            <a:off x="22197730" y="3396594"/>
            <a:ext cx="472792" cy="478989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0" tIns="0" rIns="0" bIns="0" anchor="ctr"/>
          <a:lstStyle/>
          <a:p>
            <a:pPr>
              <a:defRPr b="0" sz="32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</a:p>
        </p:txBody>
      </p:sp>
      <p:sp>
        <p:nvSpPr>
          <p:cNvPr id="145" name="Selected Architecture(s):"/>
          <p:cNvSpPr txBox="1"/>
          <p:nvPr/>
        </p:nvSpPr>
        <p:spPr>
          <a:xfrm>
            <a:off x="841713" y="3341385"/>
            <a:ext cx="4304666" cy="5894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 algn="l" defTabSz="821531">
              <a:defRPr b="0">
                <a:solidFill>
                  <a:srgbClr val="424242"/>
                </a:solidFill>
              </a:defRPr>
            </a:lvl1pPr>
          </a:lstStyle>
          <a:p>
            <a:pPr/>
            <a:r>
              <a:t>Selected Architecture(s):</a:t>
            </a:r>
          </a:p>
        </p:txBody>
      </p:sp>
      <p:sp>
        <p:nvSpPr>
          <p:cNvPr id="146" name="Rectangle"/>
          <p:cNvSpPr/>
          <p:nvPr/>
        </p:nvSpPr>
        <p:spPr>
          <a:xfrm>
            <a:off x="-25400" y="1209160"/>
            <a:ext cx="287933" cy="11947195"/>
          </a:xfrm>
          <a:prstGeom prst="rect">
            <a:avLst/>
          </a:prstGeom>
          <a:solidFill>
            <a:srgbClr val="14477A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b="0" sz="32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</a:p>
        </p:txBody>
      </p:sp>
      <p:sp>
        <p:nvSpPr>
          <p:cNvPr id="147" name="Rectangle"/>
          <p:cNvSpPr/>
          <p:nvPr/>
        </p:nvSpPr>
        <p:spPr>
          <a:xfrm>
            <a:off x="24113066" y="1209160"/>
            <a:ext cx="287934" cy="11947195"/>
          </a:xfrm>
          <a:prstGeom prst="rect">
            <a:avLst/>
          </a:prstGeom>
          <a:solidFill>
            <a:srgbClr val="14477A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b="0" sz="32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</a:p>
        </p:txBody>
      </p:sp>
      <p:pic>
        <p:nvPicPr>
          <p:cNvPr id="148" name="Image" descr="Image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411813" y="3977685"/>
            <a:ext cx="21314529" cy="8626788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Helvetica Neue Medium"/>
        <a:ea typeface="Helvetica Neue Medium"/>
        <a:cs typeface="Helvetica Neue Medium"/>
      </a:majorFont>
      <a:minorFont>
        <a:latin typeface="Helvetica Neue Medium"/>
        <a:ea typeface="Helvetica Neue Medium"/>
        <a:cs typeface="Helvetica Neue Medium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1" baseline="0" cap="none" i="0" spc="0" strike="noStrike" sz="30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Helvetica Neue"/>
            <a:ea typeface="Helvetica Neue"/>
            <a:cs typeface="Helvetica Neue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Helvetica Neue Medium"/>
        <a:ea typeface="Helvetica Neue Medium"/>
        <a:cs typeface="Helvetica Neue Medium"/>
      </a:majorFont>
      <a:minorFont>
        <a:latin typeface="Helvetica Neue Medium"/>
        <a:ea typeface="Helvetica Neue Medium"/>
        <a:cs typeface="Helvetica Neue Medium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1" baseline="0" cap="none" i="0" spc="0" strike="noStrike" sz="30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Helvetica Neue"/>
            <a:ea typeface="Helvetica Neue"/>
            <a:cs typeface="Helvetica Neue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